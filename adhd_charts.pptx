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9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/>
    <p:restoredTop sz="94676"/>
  </p:normalViewPr>
  <p:slideViewPr>
    <p:cSldViewPr snapToGrid="0" snapToObjects="1">
      <p:cViewPr>
        <p:scale>
          <a:sx n="84" d="100"/>
          <a:sy n="84" d="100"/>
        </p:scale>
        <p:origin x="2000" y="8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11B07-B7DE-8746-9AB4-7BB7A5BC760E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44CDA-DFDA-284A-B546-8614564AB7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56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9525"/>
            <a:ext cx="12191695" cy="6858000"/>
          </a:xfrm>
          <a:prstGeom prst="rect">
            <a:avLst/>
          </a:prstGeom>
          <a:solidFill>
            <a:srgbClr val="FFF8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00200" cy="2000250"/>
          </a:xfrm>
          <a:prstGeom prst="ellipse">
            <a:avLst/>
          </a:prstGeom>
          <a:solidFill>
            <a:srgbClr val="D9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381990" y="5048250"/>
            <a:ext cx="1809705" cy="1809750"/>
          </a:xfrm>
          <a:prstGeom prst="ellipse">
            <a:avLst/>
          </a:prstGeom>
          <a:solidFill>
            <a:srgbClr val="FF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752" y="323850"/>
            <a:ext cx="1000100" cy="1000125"/>
          </a:xfrm>
          <a:prstGeom prst="ellipse">
            <a:avLst/>
          </a:prstGeom>
          <a:solidFill>
            <a:srgbClr val="E9E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2436" y="304800"/>
            <a:ext cx="83817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023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 vs </a:t>
            </a:r>
            <a:r>
              <a:rPr lang="ko-KR" altLang="en-US" sz="2850" b="1" dirty="0">
                <a:solidFill>
                  <a:srgbClr val="2023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비</a:t>
            </a:r>
            <a:r>
              <a:rPr lang="en-US" sz="2850" b="1" dirty="0">
                <a:solidFill>
                  <a:srgbClr val="2023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 조건별 변화 추이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552436" y="1162050"/>
            <a:ext cx="521957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9605" y="1343025"/>
            <a:ext cx="7536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226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완료율 (%)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3901581" y="1333500"/>
            <a:ext cx="684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2669" y="1333500"/>
            <a:ext cx="890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비</a:t>
            </a: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04892" y="200025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304892" y="227647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304892" y="255270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304892" y="282892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304892" y="2833687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D8DE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23902" y="1924050"/>
            <a:ext cx="174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23902" y="2200275"/>
            <a:ext cx="116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98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23902" y="2476500"/>
            <a:ext cx="116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23902" y="2752725"/>
            <a:ext cx="116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94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752556" y="2114550"/>
            <a:ext cx="1514437" cy="400050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1752556" y="1981200"/>
            <a:ext cx="1514437" cy="85725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66993" y="1981200"/>
            <a:ext cx="1514437" cy="762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8"/>
          <p:cNvSpPr/>
          <p:nvPr/>
        </p:nvSpPr>
        <p:spPr>
          <a:xfrm>
            <a:off x="1666833" y="2428875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95708" y="1914525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695708" y="192405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666833" y="198120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Shape 32"/>
          <p:cNvSpPr/>
          <p:nvPr/>
        </p:nvSpPr>
        <p:spPr>
          <a:xfrm>
            <a:off x="3181270" y="1895475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590635" y="3019425"/>
            <a:ext cx="3335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A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3105072" y="3019425"/>
            <a:ext cx="335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B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619510" y="3019425"/>
            <a:ext cx="3405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C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6419690" y="1162050"/>
            <a:ext cx="521957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676858" y="1343025"/>
            <a:ext cx="1141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226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퀴즈 정답률 (%)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9768834" y="1333500"/>
            <a:ext cx="684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29922" y="1333500"/>
            <a:ext cx="890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비</a:t>
            </a: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72146" y="200025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172146" y="227647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7172146" y="255270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172146" y="282892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7172146" y="2833687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D8DE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791155" y="1924050"/>
            <a:ext cx="174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6791155" y="2200275"/>
            <a:ext cx="116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6791155" y="2476500"/>
            <a:ext cx="116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6791155" y="2752725"/>
            <a:ext cx="116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9134247" y="1990725"/>
            <a:ext cx="1514437" cy="247650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619809" y="1990725"/>
            <a:ext cx="1514437" cy="24765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534087" y="2543175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048524" y="215265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048524" y="213360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562961" y="190500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562961" y="190500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534087" y="190500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7457889" y="3019425"/>
            <a:ext cx="3335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A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8972326" y="3019425"/>
            <a:ext cx="335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B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10486763" y="3019425"/>
            <a:ext cx="3405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C</a:t>
            </a:r>
            <a:endParaRPr lang="en-US" sz="975" dirty="0"/>
          </a:p>
        </p:txBody>
      </p:sp>
      <p:sp>
        <p:nvSpPr>
          <p:cNvPr id="69" name="Shape 67"/>
          <p:cNvSpPr/>
          <p:nvPr/>
        </p:nvSpPr>
        <p:spPr>
          <a:xfrm>
            <a:off x="552436" y="3781425"/>
            <a:ext cx="521957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809605" y="3962400"/>
            <a:ext cx="723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226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이탈 횟수</a:t>
            </a:r>
            <a:endParaRPr lang="en-US" sz="1575" dirty="0"/>
          </a:p>
        </p:txBody>
      </p:sp>
      <p:sp>
        <p:nvSpPr>
          <p:cNvPr id="75" name="Text 73"/>
          <p:cNvSpPr/>
          <p:nvPr/>
        </p:nvSpPr>
        <p:spPr>
          <a:xfrm>
            <a:off x="3901581" y="3952875"/>
            <a:ext cx="684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662669" y="3952875"/>
            <a:ext cx="890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비</a:t>
            </a: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304892" y="461962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304892" y="489585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304892" y="517207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304892" y="544830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304892" y="5453062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D8DE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923902" y="4543425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923902" y="4819650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923902" y="5095875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923902" y="5372100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1752556" y="4791075"/>
            <a:ext cx="1514437" cy="40005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1752556" y="5295900"/>
            <a:ext cx="1514437" cy="76200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3266993" y="5295900"/>
            <a:ext cx="1514437" cy="123825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666833" y="470535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4695708" y="533400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4695708" y="531495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1666833" y="5280102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3181270" y="5210175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1590635" y="5638800"/>
            <a:ext cx="3335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A</a:t>
            </a:r>
            <a:endParaRPr lang="en-US" sz="975" dirty="0"/>
          </a:p>
        </p:txBody>
      </p:sp>
      <p:sp>
        <p:nvSpPr>
          <p:cNvPr id="97" name="Text 95"/>
          <p:cNvSpPr/>
          <p:nvPr/>
        </p:nvSpPr>
        <p:spPr>
          <a:xfrm>
            <a:off x="3105072" y="5638800"/>
            <a:ext cx="335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B</a:t>
            </a:r>
            <a:endParaRPr lang="en-US" sz="975" dirty="0"/>
          </a:p>
        </p:txBody>
      </p:sp>
      <p:sp>
        <p:nvSpPr>
          <p:cNvPr id="98" name="Text 96"/>
          <p:cNvSpPr/>
          <p:nvPr/>
        </p:nvSpPr>
        <p:spPr>
          <a:xfrm>
            <a:off x="4619510" y="5638800"/>
            <a:ext cx="3405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C</a:t>
            </a:r>
            <a:endParaRPr lang="en-US" sz="975" dirty="0"/>
          </a:p>
        </p:txBody>
      </p:sp>
      <p:sp>
        <p:nvSpPr>
          <p:cNvPr id="99" name="Shape 97"/>
          <p:cNvSpPr/>
          <p:nvPr/>
        </p:nvSpPr>
        <p:spPr>
          <a:xfrm>
            <a:off x="6419690" y="3781425"/>
            <a:ext cx="521957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/>
          <p:nvPr/>
        </p:nvSpPr>
        <p:spPr>
          <a:xfrm>
            <a:off x="6676858" y="3962400"/>
            <a:ext cx="5048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226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만족도</a:t>
            </a:r>
            <a:endParaRPr lang="en-US" sz="1575" dirty="0"/>
          </a:p>
        </p:txBody>
      </p:sp>
      <p:sp>
        <p:nvSpPr>
          <p:cNvPr id="105" name="Text 103"/>
          <p:cNvSpPr/>
          <p:nvPr/>
        </p:nvSpPr>
        <p:spPr>
          <a:xfrm>
            <a:off x="9768834" y="3952875"/>
            <a:ext cx="684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0529922" y="3952875"/>
            <a:ext cx="890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비</a:t>
            </a:r>
            <a:r>
              <a:rPr lang="en-US" sz="900" b="1" dirty="0">
                <a:solidFill>
                  <a:srgbClr val="2D31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ADHD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172146" y="461962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7172146" y="489585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7172146" y="5172075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7172146" y="5448300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E9E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7172146" y="5453062"/>
            <a:ext cx="3924202" cy="0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D8DE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/>
          <p:nvPr/>
        </p:nvSpPr>
        <p:spPr>
          <a:xfrm>
            <a:off x="6791155" y="4543425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825" dirty="0"/>
          </a:p>
        </p:txBody>
      </p:sp>
      <p:sp>
        <p:nvSpPr>
          <p:cNvPr id="113" name="Text 111"/>
          <p:cNvSpPr/>
          <p:nvPr/>
        </p:nvSpPr>
        <p:spPr>
          <a:xfrm>
            <a:off x="6791155" y="4819650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25" dirty="0"/>
          </a:p>
        </p:txBody>
      </p:sp>
      <p:sp>
        <p:nvSpPr>
          <p:cNvPr id="114" name="Text 112"/>
          <p:cNvSpPr/>
          <p:nvPr/>
        </p:nvSpPr>
        <p:spPr>
          <a:xfrm>
            <a:off x="6791155" y="5095875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25" dirty="0"/>
          </a:p>
        </p:txBody>
      </p:sp>
      <p:sp>
        <p:nvSpPr>
          <p:cNvPr id="115" name="Text 113"/>
          <p:cNvSpPr/>
          <p:nvPr/>
        </p:nvSpPr>
        <p:spPr>
          <a:xfrm>
            <a:off x="6791155" y="5372100"/>
            <a:ext cx="5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B91A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25" dirty="0"/>
          </a:p>
        </p:txBody>
      </p:sp>
      <p:sp>
        <p:nvSpPr>
          <p:cNvPr id="117" name="Shape 115"/>
          <p:cNvSpPr/>
          <p:nvPr/>
        </p:nvSpPr>
        <p:spPr>
          <a:xfrm>
            <a:off x="9134247" y="4695825"/>
            <a:ext cx="1514437" cy="228600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7619809" y="4981575"/>
            <a:ext cx="1514437" cy="762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9134247" y="4953000"/>
            <a:ext cx="1514437" cy="76200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7534087" y="5267325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10562961" y="461010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9048524" y="493395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7534087" y="4895850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10562961" y="4867275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/>
          <p:nvPr/>
        </p:nvSpPr>
        <p:spPr>
          <a:xfrm>
            <a:off x="7457889" y="5638800"/>
            <a:ext cx="3335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A</a:t>
            </a:r>
            <a:endParaRPr lang="en-US" sz="975" dirty="0"/>
          </a:p>
        </p:txBody>
      </p:sp>
      <p:sp>
        <p:nvSpPr>
          <p:cNvPr id="127" name="Text 125"/>
          <p:cNvSpPr/>
          <p:nvPr/>
        </p:nvSpPr>
        <p:spPr>
          <a:xfrm>
            <a:off x="8972326" y="5638800"/>
            <a:ext cx="335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B</a:t>
            </a:r>
            <a:endParaRPr lang="en-US" sz="975" dirty="0"/>
          </a:p>
        </p:txBody>
      </p:sp>
      <p:sp>
        <p:nvSpPr>
          <p:cNvPr id="128" name="Text 126"/>
          <p:cNvSpPr/>
          <p:nvPr/>
        </p:nvSpPr>
        <p:spPr>
          <a:xfrm>
            <a:off x="10486763" y="5638800"/>
            <a:ext cx="3405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5B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조건 C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3266993" y="2009775"/>
            <a:ext cx="1514437" cy="104775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7619809" y="2219325"/>
            <a:ext cx="1514437" cy="409575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134247" y="1990725"/>
            <a:ext cx="1514437" cy="228600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3266993" y="5191125"/>
            <a:ext cx="1514437" cy="20955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3181270" y="510540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7619809" y="4924425"/>
            <a:ext cx="1514437" cy="428625"/>
          </a:xfrm>
          <a:prstGeom prst="lineInv">
            <a:avLst/>
          </a:prstGeom>
          <a:solidFill>
            <a:srgbClr val="FFFFFF">
              <a:alpha val="0"/>
            </a:srgbClr>
          </a:solidFill>
          <a:ln w="76200">
            <a:solidFill>
              <a:srgbClr val="269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9048524" y="4838700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31">
            <a:extLst>
              <a:ext uri="{FF2B5EF4-FFF2-40B4-BE49-F238E27FC236}">
                <a16:creationId xmlns:a16="http://schemas.microsoft.com/office/drawing/2014/main" id="{F7AEF76E-67CD-5E51-6B69-6E89A8C77D48}"/>
              </a:ext>
            </a:extLst>
          </p:cNvPr>
          <p:cNvSpPr/>
          <p:nvPr/>
        </p:nvSpPr>
        <p:spPr>
          <a:xfrm>
            <a:off x="4461436" y="1319212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1" name="Shape 30">
            <a:extLst>
              <a:ext uri="{FF2B5EF4-FFF2-40B4-BE49-F238E27FC236}">
                <a16:creationId xmlns:a16="http://schemas.microsoft.com/office/drawing/2014/main" id="{F19D4597-2AD9-7694-239E-0AA20F852365}"/>
              </a:ext>
            </a:extLst>
          </p:cNvPr>
          <p:cNvSpPr/>
          <p:nvPr/>
        </p:nvSpPr>
        <p:spPr>
          <a:xfrm>
            <a:off x="3699351" y="1321765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31">
            <a:extLst>
              <a:ext uri="{FF2B5EF4-FFF2-40B4-BE49-F238E27FC236}">
                <a16:creationId xmlns:a16="http://schemas.microsoft.com/office/drawing/2014/main" id="{EC6F3D41-6ECE-E94B-C49F-5959FB3F829D}"/>
              </a:ext>
            </a:extLst>
          </p:cNvPr>
          <p:cNvSpPr/>
          <p:nvPr/>
        </p:nvSpPr>
        <p:spPr>
          <a:xfrm>
            <a:off x="10315317" y="1322699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5" name="Shape 30">
            <a:extLst>
              <a:ext uri="{FF2B5EF4-FFF2-40B4-BE49-F238E27FC236}">
                <a16:creationId xmlns:a16="http://schemas.microsoft.com/office/drawing/2014/main" id="{ECCD0279-2CC0-ABA8-FBE2-9B2ED75B8904}"/>
              </a:ext>
            </a:extLst>
          </p:cNvPr>
          <p:cNvSpPr/>
          <p:nvPr/>
        </p:nvSpPr>
        <p:spPr>
          <a:xfrm>
            <a:off x="9553232" y="1325252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31">
            <a:extLst>
              <a:ext uri="{FF2B5EF4-FFF2-40B4-BE49-F238E27FC236}">
                <a16:creationId xmlns:a16="http://schemas.microsoft.com/office/drawing/2014/main" id="{4F6198C4-4465-5F92-7586-2408F581AAAC}"/>
              </a:ext>
            </a:extLst>
          </p:cNvPr>
          <p:cNvSpPr/>
          <p:nvPr/>
        </p:nvSpPr>
        <p:spPr>
          <a:xfrm>
            <a:off x="4455394" y="3930709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7" name="Shape 30">
            <a:extLst>
              <a:ext uri="{FF2B5EF4-FFF2-40B4-BE49-F238E27FC236}">
                <a16:creationId xmlns:a16="http://schemas.microsoft.com/office/drawing/2014/main" id="{A7F3486A-E000-A7FB-9FB1-01965EDF1DDD}"/>
              </a:ext>
            </a:extLst>
          </p:cNvPr>
          <p:cNvSpPr/>
          <p:nvPr/>
        </p:nvSpPr>
        <p:spPr>
          <a:xfrm>
            <a:off x="3693309" y="3933262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31">
            <a:extLst>
              <a:ext uri="{FF2B5EF4-FFF2-40B4-BE49-F238E27FC236}">
                <a16:creationId xmlns:a16="http://schemas.microsoft.com/office/drawing/2014/main" id="{70C949EB-CC59-2C9E-21BB-7A9BE3ADB128}"/>
              </a:ext>
            </a:extLst>
          </p:cNvPr>
          <p:cNvSpPr/>
          <p:nvPr/>
        </p:nvSpPr>
        <p:spPr>
          <a:xfrm>
            <a:off x="10334171" y="3939618"/>
            <a:ext cx="171446" cy="171450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9" name="Shape 30">
            <a:extLst>
              <a:ext uri="{FF2B5EF4-FFF2-40B4-BE49-F238E27FC236}">
                <a16:creationId xmlns:a16="http://schemas.microsoft.com/office/drawing/2014/main" id="{0E3BFF54-B00F-3732-887F-7EAD535B1713}"/>
              </a:ext>
            </a:extLst>
          </p:cNvPr>
          <p:cNvSpPr/>
          <p:nvPr/>
        </p:nvSpPr>
        <p:spPr>
          <a:xfrm>
            <a:off x="9572086" y="3942171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1CBCB9D-F53C-4A11-B371-F248C04BFB80}"/>
              </a:ext>
            </a:extLst>
          </p:cNvPr>
          <p:cNvSpPr txBox="1"/>
          <p:nvPr/>
        </p:nvSpPr>
        <p:spPr>
          <a:xfrm>
            <a:off x="1500744" y="1747063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98.81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23BE3AA-3AFA-3E53-428F-B98218C0363D}"/>
              </a:ext>
            </a:extLst>
          </p:cNvPr>
          <p:cNvSpPr txBox="1"/>
          <p:nvPr/>
        </p:nvSpPr>
        <p:spPr>
          <a:xfrm>
            <a:off x="3021284" y="1639933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99.5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25EC8CA-E1F7-0E02-C583-47877721282C}"/>
              </a:ext>
            </a:extLst>
          </p:cNvPr>
          <p:cNvSpPr txBox="1"/>
          <p:nvPr/>
        </p:nvSpPr>
        <p:spPr>
          <a:xfrm>
            <a:off x="4533786" y="1672102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99.43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4B6507F-B3E1-31D7-A959-D5EE3BC97454}"/>
              </a:ext>
            </a:extLst>
          </p:cNvPr>
          <p:cNvSpPr txBox="1"/>
          <p:nvPr/>
        </p:nvSpPr>
        <p:spPr>
          <a:xfrm>
            <a:off x="7395382" y="1658308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92.5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C2D3408-A196-B5C6-01F5-28D07C746481}"/>
              </a:ext>
            </a:extLst>
          </p:cNvPr>
          <p:cNvSpPr txBox="1"/>
          <p:nvPr/>
        </p:nvSpPr>
        <p:spPr>
          <a:xfrm>
            <a:off x="8886959" y="2335528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75.75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A1D2FBC-373B-A255-EC2A-DBD803FF5A9B}"/>
              </a:ext>
            </a:extLst>
          </p:cNvPr>
          <p:cNvSpPr txBox="1"/>
          <p:nvPr/>
        </p:nvSpPr>
        <p:spPr>
          <a:xfrm>
            <a:off x="10390323" y="2090351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92.56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8FDDC35-3E75-04CF-B9A6-18267968FE10}"/>
              </a:ext>
            </a:extLst>
          </p:cNvPr>
          <p:cNvSpPr txBox="1"/>
          <p:nvPr/>
        </p:nvSpPr>
        <p:spPr>
          <a:xfrm>
            <a:off x="1261435" y="5218926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0.75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DCAF01B-65A5-80A1-2DF9-9C0D2C0F2975}"/>
              </a:ext>
            </a:extLst>
          </p:cNvPr>
          <p:cNvSpPr txBox="1"/>
          <p:nvPr/>
        </p:nvSpPr>
        <p:spPr>
          <a:xfrm>
            <a:off x="2952676" y="5234589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30C1A66-0392-EC8B-F4CA-646498B7A812}"/>
              </a:ext>
            </a:extLst>
          </p:cNvPr>
          <p:cNvSpPr txBox="1"/>
          <p:nvPr/>
        </p:nvSpPr>
        <p:spPr>
          <a:xfrm>
            <a:off x="4781430" y="5398990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0.19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693C533-60DE-FB57-E7E6-7E2E5A308350}"/>
              </a:ext>
            </a:extLst>
          </p:cNvPr>
          <p:cNvSpPr txBox="1"/>
          <p:nvPr/>
        </p:nvSpPr>
        <p:spPr>
          <a:xfrm>
            <a:off x="7395382" y="4621645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3.88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A23FE7A-C1AA-E7A5-501D-F3B7A7F63E44}"/>
              </a:ext>
            </a:extLst>
          </p:cNvPr>
          <p:cNvSpPr txBox="1"/>
          <p:nvPr/>
        </p:nvSpPr>
        <p:spPr>
          <a:xfrm>
            <a:off x="8909819" y="5113939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3.69</a:t>
            </a:r>
            <a:endParaRPr kumimoji="1"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19620CE-8FF8-B256-63EC-DA238FD07C85}"/>
              </a:ext>
            </a:extLst>
          </p:cNvPr>
          <p:cNvSpPr txBox="1"/>
          <p:nvPr/>
        </p:nvSpPr>
        <p:spPr>
          <a:xfrm>
            <a:off x="10424256" y="5059507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25000"/>
                  </a:schemeClr>
                </a:solidFill>
              </a:rPr>
              <a:t>4.13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151725E-81D0-7AD1-4975-774258E7EE3A}"/>
              </a:ext>
            </a:extLst>
          </p:cNvPr>
          <p:cNvSpPr txBox="1"/>
          <p:nvPr/>
        </p:nvSpPr>
        <p:spPr>
          <a:xfrm>
            <a:off x="1528128" y="2564245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96.19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C2CAF8-2F82-427F-EDD4-4A9600A5DB9F}"/>
              </a:ext>
            </a:extLst>
          </p:cNvPr>
          <p:cNvSpPr txBox="1"/>
          <p:nvPr/>
        </p:nvSpPr>
        <p:spPr>
          <a:xfrm>
            <a:off x="3004830" y="2246380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98.63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DDCD491-CE45-6214-9ED5-611FF14CB9AA}"/>
              </a:ext>
            </a:extLst>
          </p:cNvPr>
          <p:cNvSpPr txBox="1"/>
          <p:nvPr/>
        </p:nvSpPr>
        <p:spPr>
          <a:xfrm>
            <a:off x="7395382" y="2647113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46.25</a:t>
            </a:r>
          </a:p>
        </p:txBody>
      </p:sp>
      <p:sp>
        <p:nvSpPr>
          <p:cNvPr id="31" name="Shape 29"/>
          <p:cNvSpPr/>
          <p:nvPr/>
        </p:nvSpPr>
        <p:spPr>
          <a:xfrm>
            <a:off x="3181270" y="2028825"/>
            <a:ext cx="171446" cy="171450"/>
          </a:xfrm>
          <a:prstGeom prst="ellipse">
            <a:avLst/>
          </a:prstGeom>
          <a:solidFill>
            <a:srgbClr val="2699F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03F1745-26D3-EE05-838F-4600E9F4B912}"/>
              </a:ext>
            </a:extLst>
          </p:cNvPr>
          <p:cNvSpPr txBox="1"/>
          <p:nvPr/>
        </p:nvSpPr>
        <p:spPr>
          <a:xfrm>
            <a:off x="4632014" y="2257039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99.38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613ABE4-5AFC-88D0-1B7A-9C184B44551C}"/>
              </a:ext>
            </a:extLst>
          </p:cNvPr>
          <p:cNvSpPr txBox="1"/>
          <p:nvPr/>
        </p:nvSpPr>
        <p:spPr>
          <a:xfrm>
            <a:off x="8866957" y="1871276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76.75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BC9E967-FF0D-13BD-104A-9A068F337979}"/>
              </a:ext>
            </a:extLst>
          </p:cNvPr>
          <p:cNvSpPr txBox="1"/>
          <p:nvPr/>
        </p:nvSpPr>
        <p:spPr>
          <a:xfrm>
            <a:off x="10354755" y="1635056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92.56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125D032-64CE-D444-2A68-5CFAE56744F8}"/>
              </a:ext>
            </a:extLst>
          </p:cNvPr>
          <p:cNvSpPr txBox="1"/>
          <p:nvPr/>
        </p:nvSpPr>
        <p:spPr>
          <a:xfrm>
            <a:off x="1528128" y="4447788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4.63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829ACF9-29A8-CB26-6148-85346F83C170}"/>
              </a:ext>
            </a:extLst>
          </p:cNvPr>
          <p:cNvSpPr txBox="1"/>
          <p:nvPr/>
        </p:nvSpPr>
        <p:spPr>
          <a:xfrm>
            <a:off x="3042565" y="4847838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1.81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BF9D0E5-095C-26BB-841A-794D9A25585F}"/>
              </a:ext>
            </a:extLst>
          </p:cNvPr>
          <p:cNvSpPr txBox="1"/>
          <p:nvPr/>
        </p:nvSpPr>
        <p:spPr>
          <a:xfrm>
            <a:off x="4586471" y="5048250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0.31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08EFD61-2F95-CE84-AD4D-C6C8BE0DFCEA}"/>
              </a:ext>
            </a:extLst>
          </p:cNvPr>
          <p:cNvSpPr txBox="1"/>
          <p:nvPr/>
        </p:nvSpPr>
        <p:spPr>
          <a:xfrm>
            <a:off x="7652549" y="5292090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1.83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BEDDEE8-999A-972E-998F-692F4810C784}"/>
              </a:ext>
            </a:extLst>
          </p:cNvPr>
          <p:cNvSpPr txBox="1"/>
          <p:nvPr/>
        </p:nvSpPr>
        <p:spPr>
          <a:xfrm>
            <a:off x="8998072" y="4576762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4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7B84549-F78A-5328-90B4-E2FA408B381D}"/>
              </a:ext>
            </a:extLst>
          </p:cNvPr>
          <p:cNvSpPr txBox="1"/>
          <p:nvPr/>
        </p:nvSpPr>
        <p:spPr>
          <a:xfrm>
            <a:off x="10453724" y="4366826"/>
            <a:ext cx="620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rgbClr val="2599FC"/>
                </a:solidFill>
              </a:rPr>
              <a:t>4.81</a:t>
            </a:r>
          </a:p>
        </p:txBody>
      </p:sp>
    </p:spTree>
    <p:extLst>
      <p:ext uri="{BB962C8B-B14F-4D97-AF65-F5344CB8AC3E}">
        <p14:creationId xmlns:p14="http://schemas.microsoft.com/office/powerpoint/2010/main" val="127533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9A9DCE-7E2E-174D-885C-E19DF717C6C2}">
  <we:reference id="wa200010215" version="2.0.0.0" store="ko-KR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92</Words>
  <Application>Microsoft Macintosh PowerPoint</Application>
  <PresentationFormat>와이드스크린</PresentationFormat>
  <Paragraphs>66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Helvetica Neue</vt:lpstr>
      <vt:lpstr>Office Theme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김연비/정치외교학전공(2023110707)</cp:lastModifiedBy>
  <cp:revision>2</cp:revision>
  <dcterms:created xsi:type="dcterms:W3CDTF">2013-01-27T09:14:16Z</dcterms:created>
  <dcterms:modified xsi:type="dcterms:W3CDTF">2026-06-08T15:18:44Z</dcterms:modified>
  <cp:category/>
</cp:coreProperties>
</file>