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TADAC AI Pipeline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강의를 학습 게임으로 변환하는 AI 시스템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63040" y="3383280"/>
            <a:ext cx="1143000" cy="320040"/>
          </a:xfrm>
          <a:prstGeom prst="roundRect">
            <a:avLst>
              <a:gd name="adj" fmla="val 28571"/>
            </a:avLst>
          </a:prstGeom>
          <a:solidFill>
            <a:srgbClr val="EBF5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STT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3383280"/>
            <a:ext cx="1143000" cy="320040"/>
          </a:xfrm>
          <a:prstGeom prst="roundRect">
            <a:avLst>
              <a:gd name="adj" fmla="val 28571"/>
            </a:avLst>
          </a:prstGeom>
          <a:solidFill>
            <a:srgbClr val="F5F3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3383280"/>
            <a:ext cx="1143000" cy="320040"/>
          </a:xfrm>
          <a:prstGeom prst="roundRect">
            <a:avLst>
              <a:gd name="adj" fmla="val 28571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3383280"/>
            <a:ext cx="1143000" cy="320040"/>
          </a:xfrm>
          <a:prstGeom prst="roundRect">
            <a:avLst>
              <a:gd name="adj" fmla="val 28571"/>
            </a:avLst>
          </a:prstGeom>
          <a:solidFill>
            <a:srgbClr val="F0FDFA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3383280"/>
            <a:ext cx="1143000" cy="320040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383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서버 아키텍처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EBF5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694944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오케스트레이터 · FastAPI :8000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0FDFA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자막 유무 판별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408176"/>
            <a:ext cx="0" cy="54864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1472184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721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추출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1828800"/>
            <a:ext cx="0" cy="54864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189280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92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STT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2249424"/>
            <a:ext cx="0" cy="54864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313432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5F3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13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교정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2670048"/>
            <a:ext cx="0" cy="54864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734056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34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추출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3090672"/>
            <a:ext cx="0" cy="54864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31546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EBF5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 자막 생성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3511296"/>
            <a:ext cx="0" cy="54864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575304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DF2F8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753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 생성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3931920"/>
            <a:ext cx="0" cy="54864"/>
          </a:xfrm>
          <a:prstGeom prst="line">
            <a:avLst/>
          </a:prstGeom>
          <a:noFill/>
          <a:ln w="101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39959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BE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정리본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462272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EBF5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62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game_data.json 출력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6888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12080" y="640080"/>
            <a:ext cx="3703320" cy="2286000"/>
          </a:xfrm>
          <a:prstGeom prst="roundRect">
            <a:avLst>
              <a:gd name="adj" fmla="val 3200"/>
            </a:avLst>
          </a:prstGeom>
          <a:solidFill>
            <a:srgbClr val="F5F3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694944"/>
            <a:ext cx="348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0515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1078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GPU STT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178040" y="10515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1078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 분석 · 통합 처리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440680" y="182880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1856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40680" y="21031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키워드/퀴즈(폴백)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178040" y="182880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78040" y="1856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 추출 서버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78040" y="21031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 노트북 · yt-dlp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286000" y="2066544"/>
            <a:ext cx="3154680" cy="-740664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3497580" y="14950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음성→텍스트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286000" y="2487168"/>
            <a:ext cx="274320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029200" y="2487168"/>
            <a:ext cx="0" cy="-1161288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1325880"/>
            <a:ext cx="214884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286000" y="2907792"/>
            <a:ext cx="3154680" cy="-804672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3497580" y="2304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키워드/퀴즈(폴백)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286000" y="1645920"/>
            <a:ext cx="2651760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937760" y="1645920"/>
            <a:ext cx="0" cy="45720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0" y="2103120"/>
            <a:ext cx="2240280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212080" y="3154680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F0FDFA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21808" y="3209544"/>
            <a:ext cx="348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출력 · game_data.json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94960" y="35204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EBF5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0" y="3520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 자막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537960" y="35204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3520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낙하 이벤트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680960" y="35204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80960" y="3520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4지선다 퀴즈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394960" y="41148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94960" y="4114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복습 요약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537960" y="41148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4114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챕터 목록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680960" y="41148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0160">
            <a:solidFill>
              <a:srgbClr val="9CA3A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80960" y="4114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메타데이터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0FDFA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694944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(React)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UI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 실시간 관리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48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결과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64008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5F3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694944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(Spring Boot)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0515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인증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1600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600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저장/조회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214884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148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관리 (S3)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64008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EBF5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694944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서버 (FastAPI)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10515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실행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600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600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호출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14884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148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game_data 생성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64008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13448" y="694944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/ Cloud AI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40880" y="10515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1051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STT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160020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1600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40880" y="214884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2148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40280" y="1783080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triangl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480560" y="1783080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triangl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720840" y="1783080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82880" y="320040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 w="15240">
            <a:solidFill>
              <a:srgbClr val="9CA3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3255264"/>
            <a:ext cx="4078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흐름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520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프론트 → 백엔드: 영상 URL / 파일 업로드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백엔드 → AI 서버: 내부 API 호출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서버 → GPU: Whisper STT 요청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서버 → LLM API: 분석 + 교정 + 퀴즈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AI 서버 → 백엔드: game_data.json 반환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20040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 w="15240">
            <a:solidFill>
              <a:srgbClr val="9CA3A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3255264"/>
            <a:ext cx="4078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분리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3520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콘텐츠 한 번 처리 → DB 저장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백엔드: DB 관리, 인증, 세션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프론트: game_data 렌더링 + 난이도 조절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난이도(빈칸 수, 낙하 속도)는 프론트가 실시간 관리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— 입력 처리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유형 자동 분기 및 오디오 추출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23544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URL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수동 자막 추출 시도 (자동 자막 미사용)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자막 없으면 → 집 노트북 추출 서버로 오디오 추출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추출된 오디오 → Whisper STT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923544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비디오 (.mp4 / .webm)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ffmpeg로 오디오 트랙 추출 (MP3)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썸네일 자동 추출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추출된 오디오 → Whisper STT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926080"/>
            <a:ext cx="8686800" cy="1645920"/>
          </a:xfrm>
          <a:prstGeom prst="roundRect">
            <a:avLst>
              <a:gd name="adj" fmla="val 4444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980944"/>
            <a:ext cx="8467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오디오 자동 청크 분할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10분 단위로 뒤에서부터 분할 (앞 청크가 짧아지도록)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분할된 청크 → 멀티 GPU 병렬 STT 또는 순차 스트리밍 처리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10분 미만은 단일 파일 모드로 처리 (threshold 설정 가능)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→ 텍스트 변환 (STT)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EBF5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694944"/>
            <a:ext cx="471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STT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학교 GPU 서버의 로컬 faster-whisper API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large-v3 모델 · float16 추론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OpenAI API 호환 → SDK로 바로 호출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STT 프롬프트로 도메인 특화 힌트 제공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0" y="640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3248" y="694944"/>
            <a:ext cx="3392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포맷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10058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text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전체 텍스트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segments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구간별 텍스트 + 시간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words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단어별 타임스탬프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language 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30632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311810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모드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10분 이하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전체 처리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30632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EBF5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311810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청크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오디오 분할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 GPU 동시 처리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0632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311810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순차 스트리밍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364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청크별 순서대로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SSE로 실시간 전달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1.5 — 내용 분석 + 텍스트 교정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transcript_refiner — LLM 기반 2단계 분석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4206240" cy="2926080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23544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1단계: 전체 분석 (_analyze_content)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1회 호출로 5가지를 동시 추출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3840480" cy="320040"/>
          </a:xfrm>
          <a:prstGeom prst="roundRect">
            <a:avLst>
              <a:gd name="adj" fmla="val 17143"/>
            </a:avLst>
          </a:prstGeom>
          <a:solidFill>
            <a:srgbClr val="EBF5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 요약 (summary)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3840480" cy="320040"/>
          </a:xfrm>
          <a:prstGeom prst="roundRect">
            <a:avLst>
              <a:gd name="adj" fmla="val 17143"/>
            </a:avLst>
          </a:prstGeom>
          <a:solidFill>
            <a:srgbClr val="F0FDFA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챕터 분할 (chapters)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3840480" cy="320040"/>
          </a:xfrm>
          <a:prstGeom prst="roundRect">
            <a:avLst>
              <a:gd name="adj" fmla="val 17143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고유명사 교정 사전 (name_corrections)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3840480" cy="320040"/>
          </a:xfrm>
          <a:prstGeom prst="roundRect">
            <a:avLst>
              <a:gd name="adj" fmla="val 17143"/>
            </a:avLst>
          </a:prstGeom>
          <a:solidFill>
            <a:srgbClr val="FFFBE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키워드 풀 (global_keywords)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3840480" cy="320040"/>
          </a:xfrm>
          <a:prstGeom prst="roundRect">
            <a:avLst>
              <a:gd name="adj" fmla="val 17143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 한줄 요약 (topic_summary)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868680"/>
            <a:ext cx="4206240" cy="292608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923544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2단계: 검증 패스 (verify_with_key_terms)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2801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key_terms를 ground truth로 활용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추가 STT 오인식 식별 → 교정 사전 보강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안전성 필터로 위험한 교정 방지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(의미가 변경되는 교정 차단)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4023360"/>
            <a:ext cx="8686800" cy="594360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690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모델: Claude Sonnet 4.5 (내용 분석 · 교정) + GPT-4o-mini (폴백 키워드/퀴즈)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2-4 — 챕터별 통합 처리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combined_processor — 3-in-1 API 호출로 토큰 80% 절감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EBF5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2354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교정 (Corrections)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diff 형태로 최소 변경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원문 유지, 오류만 수정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name_corrections 적용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92354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(Keywords)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12801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세그먼트별 핵심 단어 추출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빈칸 게임 출제 풀 활용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전역 키워드 폴백 보완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86868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FDF2F8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92354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 (Quizzes)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63640" y="12801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챕터당 4지선다 3문제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trigger_time 자동 배정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챕터 복습 요약 포함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3657600"/>
            <a:ext cx="868680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524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712464"/>
            <a:ext cx="8467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흐름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1874520" cy="41148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77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세그먼트→챕터 매핑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40280" y="4183380"/>
            <a:ext cx="27432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14600" y="3977640"/>
            <a:ext cx="1874520" cy="411480"/>
          </a:xfrm>
          <a:prstGeom prst="roundRect">
            <a:avLst>
              <a:gd name="adj" fmla="val 13333"/>
            </a:avLst>
          </a:prstGeom>
          <a:solidFill>
            <a:srgbClr val="EBF5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977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통합 호출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4183380"/>
            <a:ext cx="27432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63440" y="3977640"/>
            <a:ext cx="1874520" cy="41148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977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결과 후처리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4183380"/>
            <a:ext cx="27432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812280" y="3977640"/>
            <a:ext cx="1874520" cy="41148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977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전역 키워드 폴백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게임 데이터 생성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694944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교정 자막 브랜치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오류가 교정된 깨끗한 자막 데이터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챕터 정보와 타임스탬프 포함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64008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694944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 게임 데이터 브랜치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→ "______" 치환된 자막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낙하 이벤트 (target_time 기반 스케줄)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228600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EBF5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3408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 자막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키워드 위치를 빈칸으로 치환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세그먼트당 최대 2개 빈칸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짧은 세그먼트(2.5초↓) 1개 제한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228600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F5F3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23408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낙하 이벤트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6974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target_time = 키워드 발화 시점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fall_speed, lead_time 프론트 관리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인접 빈칸 최소 간격 1.8초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23408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요약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챕터별 복습 요약 마크다운 합성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topic_summary로 전체 맥락 제공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요약 없으면 한줄 요약 폴백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출력 &amp; 기술 스택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EBF5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694944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game_data.json 구조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BF5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subtitles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 자막 배열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27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fall_events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낙하 이벤트 배열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02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quizzes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002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챕터별 4지선다 퀴즈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78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ai_summary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478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생성 복습 요약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07792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53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챕터(단원) 목록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메타데이터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58768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04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thumbnail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썸네일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64008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694944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기술 스택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10058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024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(faster-whisper)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12070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인식 · 학교 GPU 서버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1481328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4996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1682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 분석 · 3-in-1 통합 처리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1956816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19751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21579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추출 · 퀴즈 생성 (폴백)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432304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4505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26334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API + SSE 스트리밍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2907792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926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83480" y="3108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추출 · 청크 분할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38328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3401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yt-dlp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83480" y="35844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오디오 추출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3858768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38770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pipeline.py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83480" y="4059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오케스트레이션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TADAC AI Pipeline</dc:title>
  <dc:subject>PptxGenJS Presentation</dc:subject>
  <dc:creator>TADAC Team</dc:creator>
  <cp:lastModifiedBy>TADAC Team</cp:lastModifiedBy>
  <cp:revision>1</cp:revision>
  <dcterms:created xsi:type="dcterms:W3CDTF">2026-06-05T09:41:19Z</dcterms:created>
  <dcterms:modified xsi:type="dcterms:W3CDTF">2026-06-05T09:41:19Z</dcterms:modified>
</cp:coreProperties>
</file>